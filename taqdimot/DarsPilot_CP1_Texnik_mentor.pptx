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Salom. Biz DarsPilot jamoasimiz, ustuvor mavzu №2 — o'qituvchi vaqtini tekshirishdan qutqaramiz. Bugun texnik tomonni ko'rsatamiz: nima ishlayapti, qanday qurilgan va nega bu yechim texnik jihatdan yangi. O'ngda — ishlaydigan ilovaning bosh sahifasi, demo jonli.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Vazifani texnik jihatdan shunday qo'ydik: kirishda faqat qog'oz va o'qituvchi telefoni. Chiqishda — har bir o'quvchi uchun bosqichli tashxis, uch xil feedback, formativ ball va keyingi dars ssenariysi. Uchta qat'iy cheklov arxitekturani belgiladi: qurilmasiz, AI sonlarni hal qilmaydi, ismlar AI ga ketmaydi.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slayddagi hamma raqam bugun o'lchangan: diagnostika yaratish 11 soniya, har bir surat 10 ta chiziq bilan 6 soniyada o'qiladi, 31 o'quvchini GPT bilan baholash va feedback — 22 soniya, keyingi dars ssenariysi — 48 soniya. Shu yerda jonli demo ko'rsatamiz: Diagnostika → Demo surat → AI bilan baholash → Keyingi dars ssenariysi.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Arxitektura klassik va hakamlar o'zi ham ishga tushira oladi: bitta docker compose buyrug'i beshta servisni ko'taradi. Front — React build nginx ichida, API — FastAPI. Og'ir mantiq API ichidagi modullarda: skaner, masala generatori, tashxis, ssenariy va GPT qatlami. Ma'lumotlar PostgreSQL 16 da, suratlar va PDF lar MinIO 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Stek bo'yicha qisqa: Python backend — chunki OpenCV va AI kutubxonalari shu yerda eng yetuk. FastAPI bizga Swagger hujjatini bepul beradi. Frontend React va TypeScript. PostgreSQL JSONB masala spetsifikatsiyasi va tashxis tafsilotlarini saqlashga qulay. MinIO — S3 bilan bir xil API, keyin bulutga o'tish oson.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innovatsiya — skaner. ZipGrade kabi ilovalar bitta varaqni suratga oladi, biz esa bitta suratda o'nta chiziqni o'qiymiz. Har chiziqda 4 ta ArUco marker bor, marker raqamidan o'quvchi aniqlanadi. Stress-testda 200 ta chiziqning hammasi topildi va birorta ham jim noto'g'ri o'qish bo'lmadi. Halol aytamiz: bu sintetik suratlar, CP2 gacha haqiqiy chop etilgan varaqlar bilan sinaymiz.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Ikkinchi innovatsiya — AI ni nazorat ostida ishlatish. Ta'limda AI ning xatosi qimmat. Shuning uchun sonlar va to'g'ri javobni kod hisoblaydi, GPT faqat matn yozadi. Har javob validatordan o'tadi: sonlar mos kelmasa yoki shahar masofaga mos bo'lmasa — shablon matn qoladi. Bitta sinfning to'liq sikli 10 ta chaqiruv va taxminan 26 ming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natijalar sahifasi. Zarrachalar oqimi — sinf: har darvozadan o'tish ehtimoli shu bosqichdagi to'g'ri javob foizi. Ko'rinib turibdiki, sinf hisoblashni biladi, lekin talqinda yiqiladi. Buni oddiy test ko'rsatmaydi, chunki bizda har noto'g'ri variant aniq xato turiga bog'langan.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 tayyorligi: 14 ta avtotest, jumladan API orqali to'liq siklni tekshiradigan integratsion test. Frontend qat'iy TypeScript rejimida, lint toza. GPT yoki tarmoq ishlamasa ilova to'xtamaydi. Repozitoriyni ertadan ochiq commit tarixi bilan yuritamiz.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slaydni jamoa a'zolarining ismlari va tajribasi bilan to'ldiring. Mezon "jamoaning bilim darajasi": har kim o'z qismini qisqa gapirib bersa yaxshi — masalan, skanerni kim yozgan bo'lsa, u ArUco va gomografiya haqida savollarga javob beradi.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CP2 gacha rejamiz aniq: eng muhimi — haqiqiy chop etilgan varaqlarni telefon bilan sinash. Mentordan so'raymiz: skaner aniqligini qanday ko'rsatsak ishonchli bo'ladi va arxitekturada nimani birinchi mustahkamlash kerak?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70432" y="502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</a:t>
            </a:r>
            <a:pPr indent="0" marL="0">
              <a:buNone/>
            </a:pPr>
            <a:r>
              <a:rPr lang="en-US" sz="2200" b="1" dirty="0">
                <a:solidFill>
                  <a:srgbClr val="74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4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  ·  TEXNIK MENTOR  ·  18.09.2026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Qog'ozdagi javobdan bosqichli tashxisgacha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A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qog'ozda yechadi, o'qituvchi 10 ta javob chizig'ini bitta suratga oladi — tizim har bir bola masala yechishning qaysi bosqichida adashganini aytadi.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92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baholaydigan mezonlar: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230368"/>
            <a:ext cx="1923898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230368"/>
            <a:ext cx="1923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amalga oshirish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82266" y="5230368"/>
            <a:ext cx="1324051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82266" y="5230368"/>
            <a:ext cx="13240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tayyorligi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16045" y="5230368"/>
            <a:ext cx="1099109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16045" y="5230368"/>
            <a:ext cx="10991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Innovatsiya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24882" y="5230368"/>
            <a:ext cx="1174090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24882" y="5230368"/>
            <a:ext cx="11740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bilimi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5632704"/>
            <a:ext cx="1324051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632704"/>
            <a:ext cx="13240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Texnologiyalar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22592" y="1979369"/>
            <a:ext cx="4700016" cy="2990702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CBD8DA"/>
            </a:solidFill>
            <a:prstDash val="solid"/>
          </a:ln>
        </p:spPr>
      </p:sp>
      <p:pic>
        <p:nvPicPr>
          <p:cNvPr id="19" name="Image 1" descr="C:\Users\Lenovo\AppData\Local\Temp\claude\C--Users-Lenovo-Desktop-idea\b66ba64d-c56d-4273-9421-fa05681005f2\scratchpad\deckimg2\jpg\das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043377"/>
            <a:ext cx="4572000" cy="286268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Ta'lim treki  ·  Ustuvor mavzu №2: AI yordamida avtomatik baholash va feedback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VAZIFA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— qog'oz va telefon. Chiqish — tashxis va keyingi dars.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58" y="1902318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0136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5000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O'quvchi: qog'oz + qalam (qurilma shart emas)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O'qituvchi: telefon surati — 10 chiziq bitta kadrda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4568" y="180136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518" y="190231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80136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35000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skaner → javoblar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Kod: tashxis qoidalari, ko'nikma ballari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GPT: matn, feedback, xulosa, ssenariy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9328" y="180136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0278" y="190231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0136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Chiqish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35000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Bosqichli tashxis va ildiz sabab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xil feedback (o'quvchi, ota-ona, o'qituvchi)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formativ ball + keyingi dars ssenariysi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4087368" y="2542032"/>
            <a:ext cx="237744" cy="274320"/>
          </a:xfrm>
          <a:prstGeom prst="rightArrow">
            <a:avLst/>
          </a:prstGeom>
          <a:solidFill>
            <a:srgbClr val="0A8A91"/>
          </a:solidFill>
          <a:ln w="12700">
            <a:solidFill>
              <a:srgbClr val="0A8A9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82128" y="2542032"/>
            <a:ext cx="237744" cy="274320"/>
          </a:xfrm>
          <a:prstGeom prst="rightArrow">
            <a:avLst/>
          </a:prstGeom>
          <a:solidFill>
            <a:srgbClr val="0A8A91"/>
          </a:solidFill>
          <a:ln w="12700">
            <a:solidFill>
              <a:srgbClr val="0A8A9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Qattiq cheklovlar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44348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463600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58" y="4736958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25880" y="46360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O'quvchiga qurilma kerak emas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51846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smenali, kompyuteri kam maktablarda ham ishlaydi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4343400" y="44348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44568" y="463600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518" y="4736958"/>
            <a:ext cx="218724" cy="21872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120640" y="46360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sonni noto'g'ri hisoblay olmaydi</a:t>
            </a:r>
            <a:endParaRPr lang="en-US" sz="14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51846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Sonlar va javoblar kodda; GPT faqat matn yozadi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8138160" y="44348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39328" y="463600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0278" y="4736958"/>
            <a:ext cx="218724" cy="21872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915400" y="46360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ismi AI ga yuborilmaydi</a:t>
            </a:r>
            <a:endParaRPr lang="en-US" sz="1450" dirty="0"/>
          </a:p>
        </p:txBody>
      </p:sp>
      <p:sp>
        <p:nvSpPr>
          <p:cNvPr id="36" name="Text 28"/>
          <p:cNvSpPr txBox="1"/>
          <p:nvPr/>
        </p:nvSpPr>
        <p:spPr>
          <a:xfrm>
            <a:off x="8366760" y="51846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5B-07 kabi kodlar va agregat statistika</a:t>
            </a:r>
            <a:endParaRPr lang="en-US" sz="135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ISHLAYDIGAN MVP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sikl ishlaydi — vaqtlar o'lchangan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stekida, real GPT bilan, 31 o'quvchili demo sinfda (17.09.2026)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075688" cy="310896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756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85416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75688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6974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090672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darajali variant, PDF javob chiziqlari va kartochkalar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420624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651760" y="3291840"/>
            <a:ext cx="128016" cy="182880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07208" y="1874520"/>
            <a:ext cx="2075688" cy="310896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08376" y="20756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4" y="218541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34256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008376" y="26974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etish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008376" y="3090672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 markerli chiziq, 1 A4 = 3 o'quvchi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008376" y="420624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4910328" y="3291840"/>
            <a:ext cx="128016" cy="182880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65776" y="1874520"/>
            <a:ext cx="2075688" cy="310896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266944" y="20756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2185416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592824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5266944" y="26974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Skaner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5266944" y="3090672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surat — 10 ta chiziq, ishonchsizlari sariq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5266944" y="420624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 / surat</a:t>
            </a:r>
            <a:endParaRPr lang="en-US" sz="2400" dirty="0"/>
          </a:p>
        </p:txBody>
      </p:sp>
      <p:sp>
        <p:nvSpPr>
          <p:cNvPr id="28" name="Shape 23"/>
          <p:cNvSpPr/>
          <p:nvPr/>
        </p:nvSpPr>
        <p:spPr>
          <a:xfrm>
            <a:off x="7168896" y="3291840"/>
            <a:ext cx="128016" cy="182880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324344" y="1874520"/>
            <a:ext cx="2075688" cy="310896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525512" y="20756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185416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851392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7525512" y="26974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Baholash + AI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7525512" y="3090672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Tashxis, 3 xil feedback, sinf xulosasi — 31 o'quvchi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7525512" y="420624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</a:t>
            </a:r>
            <a:endParaRPr lang="en-US" sz="2400" dirty="0"/>
          </a:p>
        </p:txBody>
      </p:sp>
      <p:sp>
        <p:nvSpPr>
          <p:cNvPr id="36" name="Shape 30"/>
          <p:cNvSpPr/>
          <p:nvPr/>
        </p:nvSpPr>
        <p:spPr>
          <a:xfrm>
            <a:off x="9427464" y="3291840"/>
            <a:ext cx="128016" cy="182880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582912" y="1874520"/>
            <a:ext cx="2075688" cy="310896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784080" y="20756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08" y="2185416"/>
            <a:ext cx="237744" cy="23774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1109960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9784080" y="26974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</a:t>
            </a:r>
            <a:endParaRPr lang="en-US" sz="1600" dirty="0"/>
          </a:p>
        </p:txBody>
      </p:sp>
      <p:sp>
        <p:nvSpPr>
          <p:cNvPr id="42" name="Text 35"/>
          <p:cNvSpPr txBox="1"/>
          <p:nvPr/>
        </p:nvSpPr>
        <p:spPr>
          <a:xfrm>
            <a:off x="9784080" y="3090672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bosqich, metodlar, nomli ko'rsatmalar, guruhlar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9784080" y="420624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s</a:t>
            </a:r>
            <a:endParaRPr lang="en-US" sz="2400" dirty="0"/>
          </a:p>
        </p:txBody>
      </p:sp>
      <p:sp>
        <p:nvSpPr>
          <p:cNvPr id="44" name="Shape 37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82296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o'quvchining ishini qo'lda tekshirish va izoh yozish ≈ 108 daqiqa.  </a:t>
            </a:r>
            <a:pPr indent="0" marL="0">
              <a:buNone/>
            </a:pPr>
            <a:r>
              <a:rPr lang="en-US" sz="14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DarsPilot: 4 ta surat (≈ 25 s) + AI baholash (22 s) — o'qituvchiga faqat natijani ko'rish qoladi.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ARXITEKTURA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buyruq: docker compose up --build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48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AD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176272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93" y="2272833"/>
            <a:ext cx="209215" cy="2092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15798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/ telefon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700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paneli, kamera orqali surat yuklash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54680" y="201168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ADF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19272" y="2176272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833" y="2272833"/>
            <a:ext cx="209215" cy="20921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40480" y="21579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nginx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267004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build, /api proksi, gzip, SPA marshrutlar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89320" y="1600200"/>
            <a:ext cx="3154680" cy="4526280"/>
          </a:xfrm>
          <a:prstGeom prst="roundRect">
            <a:avLst>
              <a:gd name="adj" fmla="val 2899"/>
            </a:avLst>
          </a:prstGeom>
          <a:solidFill>
            <a:srgbClr val="F2F6F6"/>
          </a:solidFill>
          <a:ln w="12700">
            <a:solidFill>
              <a:srgbClr val="A9D9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1783080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761" y="1879641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75120" y="17830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FastAPI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72200" y="2377440"/>
            <a:ext cx="2788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309360" y="24140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8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omr.py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63347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OpenCV: markerlar, gomografiya, pufakchalar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72200" y="2980944"/>
            <a:ext cx="2788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309360" y="30175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8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problems.py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323697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Parametrik masalalar, distraktor → xato turi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172200" y="3584448"/>
            <a:ext cx="2788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309360" y="36210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8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grading.py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6309360" y="3840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Bosqichli tashxis, ko'nikma ballari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172200" y="4187952"/>
            <a:ext cx="2788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309360" y="42245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8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scenario.py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6309360" y="444398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Ustuvorlik bali, guruhlar, 8 bosqich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172200" y="4791456"/>
            <a:ext cx="2788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309360" y="48280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8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llm.py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6309360" y="504748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GPT: JSON rejim, validator, jurnal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172200" y="5394960"/>
            <a:ext cx="2788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309360" y="54315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8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 · lessonpdf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6309360" y="56509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Hisobotlar, dars ishlanmasi PDF, Excel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9601200" y="1600200"/>
            <a:ext cx="20391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ADFF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765792" y="1764792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2353" y="1861353"/>
            <a:ext cx="209215" cy="209215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0287000" y="1746504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9784080" y="2258568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Sinf, javoblar, natijalar, ssenariylar, AI jurnali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9601200" y="3172968"/>
            <a:ext cx="20391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6E8BD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9765792" y="3337560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2353" y="3434121"/>
            <a:ext cx="209215" cy="209215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10287000" y="3319272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(S3)</a:t>
            </a:r>
            <a:endParaRPr lang="en-US" sz="1400" dirty="0"/>
          </a:p>
        </p:txBody>
      </p:sp>
      <p:sp>
        <p:nvSpPr>
          <p:cNvPr id="45" name="Text 38"/>
          <p:cNvSpPr txBox="1"/>
          <p:nvPr/>
        </p:nvSpPr>
        <p:spPr>
          <a:xfrm>
            <a:off x="9784080" y="3831336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 suratlari va PDF varaqlar</a:t>
            </a:r>
            <a:endParaRPr lang="en-US" sz="1150" dirty="0"/>
          </a:p>
        </p:txBody>
      </p:sp>
      <p:sp>
        <p:nvSpPr>
          <p:cNvPr id="46" name="Shape 39"/>
          <p:cNvSpPr/>
          <p:nvPr/>
        </p:nvSpPr>
        <p:spPr>
          <a:xfrm>
            <a:off x="9601200" y="4754880"/>
            <a:ext cx="20391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A9D9DA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9765792" y="4919472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2353" y="5016033"/>
            <a:ext cx="209215" cy="209215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10287000" y="4901184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1400" dirty="0"/>
          </a:p>
        </p:txBody>
      </p:sp>
      <p:sp>
        <p:nvSpPr>
          <p:cNvPr id="50" name="Text 42"/>
          <p:cNvSpPr txBox="1"/>
          <p:nvPr/>
        </p:nvSpPr>
        <p:spPr>
          <a:xfrm>
            <a:off x="9784080" y="5413248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Matn, feedback, xulosa, ssenariy</a:t>
            </a:r>
            <a:endParaRPr lang="en-US" sz="1150" dirty="0"/>
          </a:p>
        </p:txBody>
      </p:sp>
      <p:sp>
        <p:nvSpPr>
          <p:cNvPr id="51" name="Shape 43"/>
          <p:cNvSpPr/>
          <p:nvPr/>
        </p:nvSpPr>
        <p:spPr>
          <a:xfrm>
            <a:off x="2734056" y="2642616"/>
            <a:ext cx="384048" cy="201168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5568696" y="2642616"/>
            <a:ext cx="384048" cy="201168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9180576" y="2185416"/>
            <a:ext cx="384048" cy="201168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9180576" y="3758184"/>
            <a:ext cx="384048" cy="201168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9180576" y="5340096"/>
            <a:ext cx="384048" cy="201168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548640" y="397764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servis: db, minio, minio-init, api, web — healthcheck bilan ketma-ket ko'tariladi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Swagger: /api/docs — 41 ta endpoint hujjatlangan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MINIO_ENDPOINT bo'sh bo'lsa — lokal papka; testlar SQLite bilan tashqi servislarsiz</a:t>
            </a:r>
            <a:endParaRPr lang="en-US" sz="1300" dirty="0"/>
          </a:p>
        </p:txBody>
      </p:sp>
      <p:sp>
        <p:nvSpPr>
          <p:cNvPr id="57" name="Text 49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58" name="Text 50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  ·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TEXNOLOGIYALAR TO'PLAMI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tanlovning sababi bor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389120"/>
                <a:gridCol w="47823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Qatlam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Tanlov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 aynan shu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19, Vite, TypeScript, Tailwind CSS 4, TanStack Query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Tez build, qat'iy tiplar, keng tarqalgan — jamoa tez ishlaydi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WebGL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Three.js, Motion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Sinf orbitasi, bilim oqimi, AI overleyi — vaqtga asoslangan silliq animatsiya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3.13, FastAPI, SQLAlchemy 2, Uvicorn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va AI ekotizimi Pythonda; avtomatik OpenAPI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Ma'lumotlar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(alpine), JSONB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Tranzaksiyalar; masala spetsifikatsiyasi va tashxis JSONB 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Fayllar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 (S3 API)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Skanlar va PDF; bulutdagi S3 ga kod o'zgarmasdan o'tadi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Kompyuter ko'rishi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5: ArUco, gomografiya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Oddiy telefon surati yetarli — maxsus skaner kerak emas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GPT, JSON rejim, reasoning_effort=low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 + shablon zaxirasi; ssenariy 78 s → 48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Infratuzilma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Compose, nginx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buyruqda ishga tushadi, har kompyuterda bir xil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  ·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INNOVATSIYA 1 · QURILMASIZ SKANER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surat — 10 o'quvchi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437344"/>
            <a:ext cx="4059936" cy="4714831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CBD8DA"/>
            </a:solidFill>
            <a:prstDash val="solid"/>
          </a:ln>
        </p:spPr>
      </p:sp>
      <p:pic>
        <p:nvPicPr>
          <p:cNvPr id="5" name="Image 0" descr="C:\Users\Lenovo\AppData\Local\Temp\claude\C--Users-Lenovo-Desktop-idea\b66ba64d-c56d-4273-9421-fa05681005f2\scratchpad\deckimg2\jpg\sca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1352"/>
            <a:ext cx="3931920" cy="458681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66360" y="14630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15727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06440" y="14447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chiziqda 4 ta ArUco marker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806440" y="17647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id = jurnal № × 4 + burchak: o'quvchi kodni yozmasa ham aniqlanadi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166360" y="23957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250545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06440" y="2377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Gomografiya + ishonchlilik tekshiruvi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5806440" y="26974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Qiyshiq surat tekislanadi; 3 ta marker yetarli, 4-burchak geometriyadan tiklanadi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166360" y="33284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88" y="343814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806440" y="33101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Pufakcha + son panjarasi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5806440" y="363016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 test savoli va "2,4" kabi o'nli javob — kalkulyatordagidek bo'yaladi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166360" y="42611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088" y="4370832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806440" y="424281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Ishonchsiz o'qish yashirilmaydi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5806440" y="456285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belgi yoki bo'sh chiziq sariq bo'ladi — o'qituvchi bir tegishda tuzatadi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5166360" y="5230368"/>
            <a:ext cx="3154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394960" y="539496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200</a:t>
            </a:r>
            <a:endParaRPr lang="en-US" sz="2400" dirty="0"/>
          </a:p>
        </p:txBody>
      </p:sp>
      <p:sp>
        <p:nvSpPr>
          <p:cNvPr id="24" name="Text 17"/>
          <p:cNvSpPr txBox="1"/>
          <p:nvPr/>
        </p:nvSpPr>
        <p:spPr>
          <a:xfrm>
            <a:off x="5394960" y="58521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chiziq topildi (stress-test)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485632" y="5230368"/>
            <a:ext cx="3154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714232" y="539496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7" name="Text 20"/>
          <p:cNvSpPr txBox="1"/>
          <p:nvPr/>
        </p:nvSpPr>
        <p:spPr>
          <a:xfrm>
            <a:off x="8714232" y="58521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 xato o'qish (sintetik suratlar)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  ·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INNOVATSIYA 2 · BOSHQARILADIGAN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matn yozadi — to'g'rilikni kod kafolatlaydi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58" y="1856598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5564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0428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Sonlar, to'g'ri javob, har distraktor → xato turi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136392" y="2468880"/>
            <a:ext cx="219456" cy="237744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55448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84448" y="17556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398" y="185659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60520" y="175564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(JSON)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230428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Hikoya matni, feedback, xulosa, ssenariy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71032" y="2468880"/>
            <a:ext cx="219456" cy="237744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155448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19088" y="17556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038" y="1856598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95160" y="175564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230428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Sonlar to'plami teng? Shahar jufti masofaga mos? Metod va kodlar ro'yxatdami?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805672" y="2468880"/>
            <a:ext cx="219456" cy="237744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52560" y="155448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53728" y="17556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678" y="1856598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829800" y="175564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281160" y="230428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O'tdi → AI matn.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O'tmadi → shablon, tizim to'xtamaydi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48640" y="38862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77240" y="4050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77724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chaqiruvi — 31 o'quvchili to'liq sikl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364992" y="38862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3593592" y="4050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26 ming</a:t>
            </a:r>
            <a:endParaRPr lang="en-US" sz="3000" dirty="0"/>
          </a:p>
        </p:txBody>
      </p:sp>
      <p:sp>
        <p:nvSpPr>
          <p:cNvPr id="32" name="Text 26"/>
          <p:cNvSpPr txBox="1"/>
          <p:nvPr/>
        </p:nvSpPr>
        <p:spPr>
          <a:xfrm>
            <a:off x="3593592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sinf / sikl (15 961 kirish + 9 725 chiqish)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181344" y="38862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409944" y="4050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parallel</a:t>
            </a:r>
            <a:endParaRPr lang="en-US" sz="3000" dirty="0"/>
          </a:p>
        </p:txBody>
      </p:sp>
      <p:sp>
        <p:nvSpPr>
          <p:cNvPr id="35" name="Text 29"/>
          <p:cNvSpPr txBox="1"/>
          <p:nvPr/>
        </p:nvSpPr>
        <p:spPr>
          <a:xfrm>
            <a:off x="6409944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 matni oqimi; feedback 10 tadan paket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997696" y="3886200"/>
            <a:ext cx="264261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9226296" y="405079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ism</a:t>
            </a:r>
            <a:endParaRPr lang="en-US" sz="3000" dirty="0"/>
          </a:p>
        </p:txBody>
      </p:sp>
      <p:sp>
        <p:nvSpPr>
          <p:cNvPr id="38" name="Text 32"/>
          <p:cNvSpPr txBox="1"/>
          <p:nvPr/>
        </p:nvSpPr>
        <p:spPr>
          <a:xfrm>
            <a:off x="9226296" y="461772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 faqat kod (5B-07) va agregat ma'lumot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2296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 kod 400 km masofani tanladi → validator faqat "Xiva – Buxoro" yoki "Urganch – Buxoro" juftiga ruxsat beradi. AI "Urganch – Xiva 400 km" deb yoza olmaydi. Har chaqiruv vaqti va tokenlari AI jurnaliga yoziladi.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  ·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To'g'ri/noto'g'ri emas — qaysi bosqichda adashdi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917497"/>
            <a:ext cx="6711696" cy="3617366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9525">
            <a:solidFill>
              <a:srgbClr val="CBD8DA"/>
            </a:solidFill>
            <a:prstDash val="solid"/>
          </a:ln>
        </p:spPr>
      </p:sp>
      <p:pic>
        <p:nvPicPr>
          <p:cNvPr id="5" name="Image 0" descr="C:\Users\Lenovo\AppData\Local\Temp\claude\C--Users-Lenovo-Desktop-idea\b66ba64d-c56d-4273-9421-fa05681005f2\scratchpad\deckimg2\jpg\resul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1505"/>
            <a:ext cx="6583680" cy="34893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35240" y="1508760"/>
            <a:ext cx="4023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savol = masala yechish bosqichlari: muammoni aniqlash → ma'lumot → model → oraliq hisob → javob → talqin → oldingi mavzu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noto'g'ri variant 11 ta xato turidan biriga bog'langan — tanlovning o'zi tashxis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Tashxis qoidalari ildiz sababni topadi: "2,4 soat = 2 soat 40 minut" → 4-sinf vaqt birliklari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Ko'nikma ballari variant darajasi bilan vaznlanib yangilanadi → keyingi diagnostikada daraja o'zgaradi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  ·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TAYYORLIGI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Ishlaydi, testlangan, bir buyruqda ko'tariladi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334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avtotest (pytest): generator, OMR, tashxis, API sikli, yangi funksiyalar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508760"/>
            <a:ext cx="26334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67335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~3 800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2402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qator Python · 21 modul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508760"/>
            <a:ext cx="26334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67335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~4 200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2402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qator TypeScript · 31 fayl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1508760"/>
            <a:ext cx="26334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67335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2402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va lint ogohlantirishi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56692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Texnik topshiriq (docx 13.1)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FR-02…07 O'quvchilar, reja importi, ssenariy va tahrirlash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Ishlaydi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FR-08…10 Dars ishlanmasi PDF, metodlar, o'z metodini qo'shish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Ishlaydi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FR-12…23 Varaq, skaner, tashxis, e'tibor, guruhlar, xulosa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Ishlaydi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FR-24/25 Direktor paneli, ota-ona hisoboti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FR-01, 26, 28, 30 Kirish, Telegram-bot, offline,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CP2 va 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446520" y="3017520"/>
            <a:ext cx="5193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29400" y="325526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517" y="3369381"/>
            <a:ext cx="247254" cy="24725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69480" y="31455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Xatoga chidamlilik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269480" y="34747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ishlamasa — shablon; noto'g'ri surat — tushunarli xabar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46520" y="4087368"/>
            <a:ext cx="5193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29400" y="432511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517" y="4439229"/>
            <a:ext cx="247254" cy="24725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269480" y="42153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Hujjatlar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7269480" y="454456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/api/docs, README, .env.example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446520" y="5157216"/>
            <a:ext cx="5193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29400" y="539496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517" y="5509077"/>
            <a:ext cx="247254" cy="24725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269480" y="52852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7269480" y="561441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18.09 dan: kichik commitlar, ochiq tarix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  ·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nimaga javob beradi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Ismlar va tajribani taqdimotdan oldin to'ldiring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681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031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" y="22567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 AI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2377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Familiya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852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PostgreSQL, GPT integratsiyasi, validatorlar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69164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...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828800"/>
            <a:ext cx="54681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28232" y="21031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851" y="225673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KO'RISHI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2377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Familiya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0" y="2852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skaner, varaq geometriyasi, stress-testlar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731520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...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023360"/>
            <a:ext cx="54681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4672" y="4297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451299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9164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VA UX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691640" y="4572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Familiya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1691640" y="5047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Three.js vizualizatsiyalar, mobil ko'rinish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1691640" y="5394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...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72200" y="4023360"/>
            <a:ext cx="54681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28232" y="4297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851" y="4451299"/>
            <a:ext cx="332842" cy="33284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1520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PEDAGOGIKA VA BIZNES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7315200" y="4572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Familiya</a:t>
            </a:r>
            <a:endParaRPr lang="en-US" sz="2000" dirty="0"/>
          </a:p>
        </p:txBody>
      </p:sp>
      <p:sp>
        <p:nvSpPr>
          <p:cNvPr id="31" name="Text 25"/>
          <p:cNvSpPr txBox="1"/>
          <p:nvPr/>
        </p:nvSpPr>
        <p:spPr>
          <a:xfrm>
            <a:off x="7315200" y="5047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 savollar, metodlar, pilot va narxlar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7315200" y="5394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Tajriba: ...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CP2 GACHA · 19.09, 14:00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24 soatda nima qilamiz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9359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58" y="1856598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5564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qog'oz testi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04288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etilgan chiziqlar, turli ruchka va yorug'lik; maqsad: pufakcha ≥ 99%, son panjarasi ≥ 97%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9359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8848" y="17556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798" y="185659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175564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va rollar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304288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autentifikatsiyasi; o'qituvchi faqat o'z sinflarini ko'radi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9359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47888" y="17556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838" y="185659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23960" y="175564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 roziligi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304288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rozilik oqimi (ZRU-547, 21-modda) — hisobot yuborishdan oldin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59359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5844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58" y="3685398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58444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Telegram-bot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133088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 hisobotini yuborish va ertangi ssenariyni botda ko'rish (maketdan ishlaydigan oqimga)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383280"/>
            <a:ext cx="359359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8848" y="35844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798" y="3685398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74920" y="358444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va CI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133088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repozitoriy, testlar har commitda avtomatik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3383280"/>
            <a:ext cx="359359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47888" y="35844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838" y="3685398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23960" y="358444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demo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133088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Serverga joylash — mentorlar havola orqali o'zi sinab ko'radi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Mentordan savolimiz: skaner aniqligini qanday ko'rsatsak ishonchli bo'ladi va arxitekturada birinchi nimani mustahkamlash kerak?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  · 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DarsPilot — CP1, texnik mentor</dc:title>
  <dc:subject>PptxGenJS Presentation</dc:subject>
  <dc:creator>PptxGenJS</dc:creator>
  <cp:lastModifiedBy>PptxGenJS</cp:lastModifiedBy>
  <cp:revision>1</cp:revision>
  <dcterms:created xsi:type="dcterms:W3CDTF">2026-09-17T16:52:00Z</dcterms:created>
  <dcterms:modified xsi:type="dcterms:W3CDTF">2026-09-17T16:52:00Z</dcterms:modified>
</cp:coreProperties>
</file>